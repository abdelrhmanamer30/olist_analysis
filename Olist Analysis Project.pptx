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547166"/>
            <a:ext cx="7766936" cy="811247"/>
          </a:xfrm>
        </p:spPr>
        <p:txBody>
          <a:bodyPr/>
          <a:lstStyle/>
          <a:p>
            <a:pPr algn="ctr"/>
            <a:r>
              <a:rPr lang="en-US" sz="4800" dirty="0" err="1"/>
              <a:t>Olist</a:t>
            </a:r>
            <a:r>
              <a:rPr lang="en-US" sz="4800" dirty="0"/>
              <a:t> Analysis Project</a:t>
            </a:r>
            <a:endParaRPr lang="ar-EG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6" y="3593633"/>
            <a:ext cx="7766936" cy="1096899"/>
          </a:xfrm>
        </p:spPr>
        <p:txBody>
          <a:bodyPr/>
          <a:lstStyle/>
          <a:p>
            <a:r>
              <a:rPr lang="en-US" dirty="0"/>
              <a:t>E-commerce Analysis Using Python (Pandas, Matplotlib, </a:t>
            </a:r>
            <a:r>
              <a:rPr lang="en-US" dirty="0" err="1"/>
              <a:t>Seaborn</a:t>
            </a:r>
            <a:r>
              <a:rPr lang="en-US" dirty="0"/>
              <a:t>)</a:t>
            </a:r>
            <a:endParaRPr lang="ar-EG" dirty="0"/>
          </a:p>
        </p:txBody>
      </p:sp>
      <p:sp>
        <p:nvSpPr>
          <p:cNvPr id="4" name="Rectangle 3"/>
          <p:cNvSpPr/>
          <p:nvPr/>
        </p:nvSpPr>
        <p:spPr>
          <a:xfrm>
            <a:off x="251253" y="5919203"/>
            <a:ext cx="36009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 smtClean="0">
                <a:solidFill>
                  <a:schemeClr val="bg1">
                    <a:lumMod val="50000"/>
                  </a:schemeClr>
                </a:solidFill>
              </a:rPr>
              <a:t>Abdelrhman</a:t>
            </a:r>
            <a:r>
              <a:rPr lang="en-US" sz="2800" b="1" dirty="0" smtClean="0">
                <a:solidFill>
                  <a:schemeClr val="bg1">
                    <a:lumMod val="50000"/>
                  </a:schemeClr>
                </a:solidFill>
              </a:rPr>
              <a:t> Amer</a:t>
            </a:r>
            <a:endParaRPr lang="ar-EG" sz="2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247" y="563541"/>
            <a:ext cx="3076575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608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NTI - National Telecommunication Institute"/>
          <p:cNvSpPr>
            <a:spLocks noGrp="1" noChangeAspect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b="1" dirty="0"/>
              <a:t>Project Overview</a:t>
            </a:r>
            <a:endParaRPr lang="ar-EG" b="1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677334" y="1499186"/>
            <a:ext cx="1075967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analyzes data from the </a:t>
            </a:r>
            <a:r>
              <a:rPr kumimoji="0" lang="ar-EG" altLang="ar-EG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Olist e-commerce dataset</a:t>
            </a:r>
            <a:r>
              <a:rPr kumimoji="0" lang="ar-EG" altLang="ar-EG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focusing 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EG" altLang="ar-EG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behavior</a:t>
            </a:r>
            <a:r>
              <a:rPr kumimoji="0" lang="ar-EG" altLang="ar-EG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EG" altLang="ar-EG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trends</a:t>
            </a:r>
            <a:r>
              <a:rPr kumimoji="0" lang="ar-EG" altLang="ar-EG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EG" altLang="ar-EG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delivery times</a:t>
            </a:r>
            <a:r>
              <a:rPr kumimoji="0" lang="ar-EG" altLang="ar-EG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ar-EG" altLang="ar-EG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methods</a:t>
            </a:r>
            <a:r>
              <a:rPr kumimoji="0" lang="ar-EG" altLang="ar-EG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ar-EG" altLang="ar-EG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 is to extract meaningful insights that could drive business decisions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EG" altLang="ar-EG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Olist's partners and vendors.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ar-EG" altLang="ar-EG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ar-EG" altLang="ar-EG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ar-EG" altLang="ar-EG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(Pandas, Matplotlib, Seaborn)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ar-EG" altLang="ar-EG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</a:t>
            </a:r>
            <a:r>
              <a:rPr kumimoji="0" lang="ar-EG" altLang="ar-EG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 data extraction and cleaning)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128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Sources</a:t>
            </a:r>
            <a:endParaRPr lang="ar-EG" b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77334" y="1454427"/>
            <a:ext cx="1053059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is publicly available on Kaggle and contains </a:t>
            </a:r>
            <a:r>
              <a:rPr kumimoji="0" lang="ar-EG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100K+ orders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</a:t>
            </a:r>
            <a:r>
              <a:rPr kumimoji="0" lang="ar-EG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2016 to 2018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Tables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Orders Dataset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Contains details about each order.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Dataset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Information on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 Items Dataset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Details of individual items in each order.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 Dataset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Product-related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Sellers Dataset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Data about sellers.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Reviews Dataset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Customer feedback on orders.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Payments Dataset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Payment information for each order.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Geolocation Dataset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Location data for customers and sellers.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9784" y="2272938"/>
            <a:ext cx="2692090" cy="417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545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</TotalTime>
  <Words>172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Tahoma</vt:lpstr>
      <vt:lpstr>Trebuchet MS</vt:lpstr>
      <vt:lpstr>Wingdings 3</vt:lpstr>
      <vt:lpstr>Facet</vt:lpstr>
      <vt:lpstr>Olist Analysis Project</vt:lpstr>
      <vt:lpstr>Project Overview</vt:lpstr>
      <vt:lpstr>Data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Analysis Project</dc:title>
  <dc:creator>MG</dc:creator>
  <cp:lastModifiedBy>MG</cp:lastModifiedBy>
  <cp:revision>3</cp:revision>
  <dcterms:created xsi:type="dcterms:W3CDTF">2026-03-01T00:23:05Z</dcterms:created>
  <dcterms:modified xsi:type="dcterms:W3CDTF">2026-03-01T00:49:25Z</dcterms:modified>
</cp:coreProperties>
</file>